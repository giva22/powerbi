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B1C3D-5B52-446A-8504-7A30FF81EA20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090B443-225F-4BA2-ABDB-1052C5007C70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962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B1C3D-5B52-446A-8504-7A30FF81EA20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0B443-225F-4BA2-ABDB-1052C5007C70}" type="slidenum">
              <a:rPr lang="pt-BR" smtClean="0"/>
              <a:t>‹nº›</a:t>
            </a:fld>
            <a:endParaRPr lang="pt-B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719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B1C3D-5B52-446A-8504-7A30FF81EA20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0B443-225F-4BA2-ABDB-1052C5007C70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521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B1C3D-5B52-446A-8504-7A30FF81EA20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0B443-225F-4BA2-ABDB-1052C5007C70}" type="slidenum">
              <a:rPr lang="pt-BR" smtClean="0"/>
              <a:t>‹nº›</a:t>
            </a:fld>
            <a:endParaRPr lang="pt-B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400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B1C3D-5B52-446A-8504-7A30FF81EA20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0B443-225F-4BA2-ABDB-1052C5007C70}" type="slidenum">
              <a:rPr lang="pt-BR" smtClean="0"/>
              <a:t>‹nº›</a:t>
            </a:fld>
            <a:endParaRPr lang="pt-B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58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B1C3D-5B52-446A-8504-7A30FF81EA20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0B443-225F-4BA2-ABDB-1052C5007C70}" type="slidenum">
              <a:rPr lang="pt-BR" smtClean="0"/>
              <a:t>‹nº›</a:t>
            </a:fld>
            <a:endParaRPr lang="pt-B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733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B1C3D-5B52-446A-8504-7A30FF81EA20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0B443-225F-4BA2-ABDB-1052C5007C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806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B1C3D-5B52-446A-8504-7A30FF81EA20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0B443-225F-4BA2-ABDB-1052C5007C70}" type="slidenum">
              <a:rPr lang="pt-BR" smtClean="0"/>
              <a:t>‹nº›</a:t>
            </a:fld>
            <a:endParaRPr lang="pt-B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020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0BB1C3D-5B52-446A-8504-7A30FF81EA20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0B443-225F-4BA2-ABDB-1052C5007C70}" type="slidenum">
              <a:rPr lang="pt-BR" smtClean="0"/>
              <a:t>‹nº›</a:t>
            </a:fld>
            <a:endParaRPr lang="pt-B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787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B1C3D-5B52-446A-8504-7A30FF81EA20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0B443-225F-4BA2-ABDB-1052C5007C70}" type="slidenum">
              <a:rPr lang="pt-BR" smtClean="0"/>
              <a:t>‹nº›</a:t>
            </a:fld>
            <a:endParaRPr lang="pt-B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369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B1C3D-5B52-446A-8504-7A30FF81EA20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0B443-225F-4BA2-ABDB-1052C5007C70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16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B1C3D-5B52-446A-8504-7A30FF81EA20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090B443-225F-4BA2-ABDB-1052C5007C70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150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7B97B67-8C50-4F90-E628-FBC13A0D5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61288" y="4298818"/>
            <a:ext cx="4374896" cy="1390651"/>
          </a:xfrm>
          <a:solidFill>
            <a:srgbClr val="00B0F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r>
              <a:rPr lang="pt-BR" dirty="0"/>
              <a:t>Status do Chamado</a:t>
            </a:r>
          </a:p>
        </p:txBody>
      </p:sp>
      <p:sp>
        <p:nvSpPr>
          <p:cNvPr id="7" name="Espaço Reservado para Texto 5">
            <a:extLst>
              <a:ext uri="{FF2B5EF4-FFF2-40B4-BE49-F238E27FC236}">
                <a16:creationId xmlns:a16="http://schemas.microsoft.com/office/drawing/2014/main" id="{F5A0B2EF-C240-3893-0818-28696653F706}"/>
              </a:ext>
            </a:extLst>
          </p:cNvPr>
          <p:cNvSpPr txBox="1">
            <a:spLocks/>
          </p:cNvSpPr>
          <p:nvPr/>
        </p:nvSpPr>
        <p:spPr>
          <a:xfrm>
            <a:off x="5820220" y="356617"/>
            <a:ext cx="5051996" cy="187413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>
                <a:effectLst/>
              </a:defRPr>
            </a:lvl1pPr>
            <a:lvl2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400" cap="none" baseline="0">
                <a:effectLst/>
              </a:defRPr>
            </a:lvl2pPr>
            <a:lvl3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200">
                <a:effectLst/>
              </a:defRPr>
            </a:lvl3pPr>
            <a:lvl4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 cap="none" baseline="0">
                <a:effectLst/>
              </a:defRPr>
            </a:lvl4pPr>
            <a:lvl5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>
                <a:effectLst/>
              </a:defRPr>
            </a:lvl5pPr>
            <a:lvl6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>
                <a:effectLst/>
              </a:defRPr>
            </a:lvl6pPr>
            <a:lvl7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>
                <a:effectLst/>
              </a:defRPr>
            </a:lvl7pPr>
            <a:lvl8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 baseline="0">
                <a:effectLst/>
              </a:defRPr>
            </a:lvl8pPr>
            <a:lvl9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 baseline="0">
                <a:effectLst/>
              </a:defRPr>
            </a:lvl9pPr>
          </a:lstStyle>
          <a:p>
            <a:r>
              <a:rPr lang="pt-BR" dirty="0"/>
              <a:t>Total de chamados por Ano e Mês</a:t>
            </a:r>
          </a:p>
        </p:txBody>
      </p:sp>
      <p:sp>
        <p:nvSpPr>
          <p:cNvPr id="8" name="Espaço Reservado para Texto 5">
            <a:extLst>
              <a:ext uri="{FF2B5EF4-FFF2-40B4-BE49-F238E27FC236}">
                <a16:creationId xmlns:a16="http://schemas.microsoft.com/office/drawing/2014/main" id="{B4F851FF-90AA-DD62-FA4F-5EF648A77A4D}"/>
              </a:ext>
            </a:extLst>
          </p:cNvPr>
          <p:cNvSpPr txBox="1">
            <a:spLocks/>
          </p:cNvSpPr>
          <p:nvPr/>
        </p:nvSpPr>
        <p:spPr>
          <a:xfrm>
            <a:off x="5820220" y="2341252"/>
            <a:ext cx="5051996" cy="187413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>
                <a:effectLst/>
              </a:defRPr>
            </a:lvl1pPr>
            <a:lvl2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400" cap="none" baseline="0">
                <a:effectLst/>
              </a:defRPr>
            </a:lvl2pPr>
            <a:lvl3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200">
                <a:effectLst/>
              </a:defRPr>
            </a:lvl3pPr>
            <a:lvl4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 cap="none" baseline="0">
                <a:effectLst/>
              </a:defRPr>
            </a:lvl4pPr>
            <a:lvl5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>
                <a:effectLst/>
              </a:defRPr>
            </a:lvl5pPr>
            <a:lvl6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>
                <a:effectLst/>
              </a:defRPr>
            </a:lvl6pPr>
            <a:lvl7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>
                <a:effectLst/>
              </a:defRPr>
            </a:lvl7pPr>
            <a:lvl8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 baseline="0">
                <a:effectLst/>
              </a:defRPr>
            </a:lvl8pPr>
            <a:lvl9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 baseline="0">
                <a:effectLst/>
              </a:defRPr>
            </a:lvl9pPr>
          </a:lstStyle>
          <a:p>
            <a:r>
              <a:rPr lang="pt-BR" dirty="0"/>
              <a:t>Total Chamado por status</a:t>
            </a:r>
          </a:p>
        </p:txBody>
      </p:sp>
      <p:sp>
        <p:nvSpPr>
          <p:cNvPr id="9" name="Espaço Reservado para Texto 5">
            <a:extLst>
              <a:ext uri="{FF2B5EF4-FFF2-40B4-BE49-F238E27FC236}">
                <a16:creationId xmlns:a16="http://schemas.microsoft.com/office/drawing/2014/main" id="{BCCAFBEA-3A10-F999-89D6-53E4B219E88B}"/>
              </a:ext>
            </a:extLst>
          </p:cNvPr>
          <p:cNvSpPr txBox="1">
            <a:spLocks/>
          </p:cNvSpPr>
          <p:nvPr/>
        </p:nvSpPr>
        <p:spPr>
          <a:xfrm>
            <a:off x="5820220" y="4291964"/>
            <a:ext cx="5086095" cy="13906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>
                <a:effectLst/>
              </a:defRPr>
            </a:lvl1pPr>
            <a:lvl2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400" cap="none" baseline="0">
                <a:effectLst/>
              </a:defRPr>
            </a:lvl2pPr>
            <a:lvl3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200">
                <a:effectLst/>
              </a:defRPr>
            </a:lvl3pPr>
            <a:lvl4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 cap="none" baseline="0">
                <a:effectLst/>
              </a:defRPr>
            </a:lvl4pPr>
            <a:lvl5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>
                <a:effectLst/>
              </a:defRPr>
            </a:lvl5pPr>
            <a:lvl6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>
                <a:effectLst/>
              </a:defRPr>
            </a:lvl6pPr>
            <a:lvl7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>
                <a:effectLst/>
              </a:defRPr>
            </a:lvl7pPr>
            <a:lvl8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 baseline="0">
                <a:effectLst/>
              </a:defRPr>
            </a:lvl8pPr>
            <a:lvl9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 baseline="0">
                <a:effectLst/>
              </a:defRPr>
            </a:lvl9pPr>
          </a:lstStyle>
          <a:p>
            <a:r>
              <a:rPr lang="pt-BR" dirty="0"/>
              <a:t>Soma de ID problemas por problemas</a:t>
            </a:r>
          </a:p>
        </p:txBody>
      </p:sp>
      <p:sp>
        <p:nvSpPr>
          <p:cNvPr id="10" name="Espaço Reservado para Texto 5">
            <a:extLst>
              <a:ext uri="{FF2B5EF4-FFF2-40B4-BE49-F238E27FC236}">
                <a16:creationId xmlns:a16="http://schemas.microsoft.com/office/drawing/2014/main" id="{653EC062-ADE8-0EF1-A194-5A4F1285A8AF}"/>
              </a:ext>
            </a:extLst>
          </p:cNvPr>
          <p:cNvSpPr txBox="1">
            <a:spLocks/>
          </p:cNvSpPr>
          <p:nvPr/>
        </p:nvSpPr>
        <p:spPr>
          <a:xfrm>
            <a:off x="1161288" y="356617"/>
            <a:ext cx="4354449" cy="38587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>
                <a:effectLst/>
              </a:defRPr>
            </a:lvl1pPr>
            <a:lvl2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400" cap="none" baseline="0">
                <a:effectLst/>
              </a:defRPr>
            </a:lvl2pPr>
            <a:lvl3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200">
                <a:effectLst/>
              </a:defRPr>
            </a:lvl3pPr>
            <a:lvl4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 cap="none" baseline="0">
                <a:effectLst/>
              </a:defRPr>
            </a:lvl4pPr>
            <a:lvl5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>
                <a:effectLst/>
              </a:defRPr>
            </a:lvl5pPr>
            <a:lvl6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>
                <a:effectLst/>
              </a:defRPr>
            </a:lvl6pPr>
            <a:lvl7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>
                <a:effectLst/>
              </a:defRPr>
            </a:lvl7pPr>
            <a:lvl8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 baseline="0">
                <a:effectLst/>
              </a:defRPr>
            </a:lvl8pPr>
            <a:lvl9pPr indent="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000" baseline="0">
                <a:effectLst/>
              </a:defRPr>
            </a:lvl9pPr>
          </a:lstStyle>
          <a:p>
            <a:r>
              <a:rPr lang="pt-BR" dirty="0"/>
              <a:t>Total de chamados por Ano e Mês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CBFEDD1-BC1B-BC3D-D5DE-87C7BD6BEF5D}"/>
              </a:ext>
            </a:extLst>
          </p:cNvPr>
          <p:cNvSpPr/>
          <p:nvPr/>
        </p:nvSpPr>
        <p:spPr>
          <a:xfrm>
            <a:off x="3374136" y="5682615"/>
            <a:ext cx="64008" cy="45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348939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</TotalTime>
  <Words>27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Galeria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Aluno</dc:creator>
  <cp:lastModifiedBy>Aluno</cp:lastModifiedBy>
  <cp:revision>1</cp:revision>
  <dcterms:created xsi:type="dcterms:W3CDTF">2026-04-25T14:50:41Z</dcterms:created>
  <dcterms:modified xsi:type="dcterms:W3CDTF">2026-04-25T15:00:57Z</dcterms:modified>
</cp:coreProperties>
</file>